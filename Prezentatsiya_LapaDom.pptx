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EFFD6-8BEE-4795-86CD-9E178D0D7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F22150-74F0-457C-BB85-75EEA241D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D91229-0081-42B2-BE19-1E1D8054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7AE497-9DB6-4643-AD68-E1432667E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FF500C-94B6-4004-8E7B-DAED05A1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864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DC5D5-3B56-403B-8E53-D248FE20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C7E125-14A2-4BF8-AE54-FD042769B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F37236-3360-4F38-B1AA-27C887F7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79616-4B12-47E9-B730-EE292924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063AAB-4772-4EAA-BC9F-4C5D9070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279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8FFEFF-976F-42EB-B281-D19B60A83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9571EE-9BD3-4350-AC73-0A8C6720D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F6E5EF-9C62-420E-A0A2-4D498A352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406F29-144E-4062-8E31-6640A91F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448DB9-20D9-4A28-B561-AABA23F9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461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B029A-CC27-4207-9723-99AC1EB55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C8BBD7-4C5C-472D-BA98-E84301D71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FCE391-FA5F-4324-93CF-D4F7EA55E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6EDB1A-7D9F-4FFD-9D22-2A70F047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955E2D-CA34-4DF7-BC7D-2FA1287AB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3AD321-02DB-4999-B5C4-8232DDAF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530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1FE73-36FD-4333-9593-F226CFFC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FE8EAA-AB35-4AF4-A7D7-ED39AD154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29A5719-E511-4E02-8630-FFC0D3A0D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984651-73A0-47C3-BA9A-DB09E792D8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A192533-295A-4299-B946-7F63E73F8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B620772-B0D2-4603-9FBC-20F17849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1773A5-7449-4C49-A088-44A8D254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62C8C91-CCC9-4CA7-AC5B-E37145DD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198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96F779-72F1-49D8-949C-2090BB149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0A9FDE-EF89-4B26-8204-146AC4BD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8DBF4B7-9369-4777-BEB6-3CBF2837D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542DE8-8C31-4FC6-9392-DB8F736A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639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98483E2-93BE-4C64-A209-CC19AA2A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98B0B5-D313-44AD-BACA-9BD537DC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46241-CC57-4F20-B7B5-19A8FE3F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966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CFE405-BDC9-4552-998F-7CA8333D9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C5EC29-F458-459A-B2EF-C6E0B6F35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680263-0407-411D-85C8-2626BF844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A75DAD-087A-401C-A8E3-29FF206B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5C5D9B-DB55-4175-BF9F-934E64D7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7EBE56-3114-4AC8-966F-4B23688A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98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4C7D0-5816-423C-BFFB-5FE1CA62D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405FA3-43EA-41FB-9064-60CE8D2DB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7C03A6-438B-407F-8E96-74A1E8BC2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FA1722-285B-43B7-B029-83154DB7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2E4FF8-1FA6-4532-AD18-04550120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331C5B-8E12-43C9-83E6-681FAFC41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68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E7373-B836-471E-964D-887833EA0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E5EE0F-950F-491B-BB9C-507464A3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9F9023-9488-4951-9369-DCF2A4B40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D0C694-77FC-4E34-BA24-E978883C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78809B-885F-4957-A342-7AC30814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87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2436A8E-6F58-4EF7-8663-C19B06B22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9B0386-FA70-40CE-BD7B-44BE4A369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571D64-D498-4A1A-BB33-F10D274D6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78849F-63AA-4D7B-9839-CEC290A9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16080-37AA-45D7-B493-62E476C7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490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29A7F-8BC9-4F32-BF54-8A207C8B9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9B0A21-BDC4-4D34-89D7-595250F60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2378E7-8C48-4B08-B590-801398E69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C4B69-8341-4194-86C4-F66F822FD73A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6D56BC-2211-44A3-9288-69FC1D9C2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903345-E157-4622-9321-89C1F3CF4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F64D3-A28D-4160-B267-00C4ED00C0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32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D10B5-4DFB-48B7-A7D5-1976DEE0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Курсовая работа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3DFC-B552-4EE7-A536-9ADA39853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Тема: создание интерфейса веб-приложения для отеля домашних питомцев (проект «ЛапаДом»).
Выполнил: Джапов Лиджи Александрович.
Калмыцкий филиал РГУ СоцТех, 2026.</a:t>
            </a:r>
          </a:p>
        </p:txBody>
      </p:sp>
    </p:spTree>
    <p:extLst>
      <p:ext uri="{BB962C8B-B14F-4D97-AF65-F5344CB8AC3E}">
        <p14:creationId xmlns:p14="http://schemas.microsoft.com/office/powerpoint/2010/main" val="334702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19432-285F-48AF-955C-2F067680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Актуальность, цель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84D28E-0572-46CB-9174-48E7D3DD0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Рост рынка зоогостиниц и потребность в удобном онлайн-бронировании.
Цель: спроектировать и реализовать адаптивный UI веб-приложения.
Задачи: анализ предметной области и конкурентов; требования к интерфейсу и ролям; информационная архитектура и экраны; реализация на React/Next.js; оценка юзабилити.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239863-709E-445C-BFAE-56F50FDED7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97000"/>
            <a:ext cx="660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40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042354-D586-4CEA-8B95-8D4C9BEE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Теоретическая база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206231-7DED-4485-ABC4-3ED1F7385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UI и UX: понятия, состав интерфейса, классификация.
Принципы юзабилити и доступности.
Паттерны взаимодействия при бронировании услуг.</a:t>
            </a:r>
          </a:p>
        </p:txBody>
      </p:sp>
    </p:spTree>
    <p:extLst>
      <p:ext uri="{BB962C8B-B14F-4D97-AF65-F5344CB8AC3E}">
        <p14:creationId xmlns:p14="http://schemas.microsoft.com/office/powerpoint/2010/main" val="1051559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206AA-4EDB-438A-93A1-0C60FB73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0E7215-8625-4993-B3FB-DAF5A2E3B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Процесс зоогостиницы: приём — содержание — выдача.
Точки контакта и поток данных.
Сравнительный обзор веб-решений.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4259701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6B01C-0257-4A7C-A128-654DE186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Требования к интерфейсу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E4E7E1-84F5-4398-9FB1-2C2BA9172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Роли пользователя и администратора.
Сценарии: каталог номеров, корзина, заявка.
Адаптивность, навигация, обратная связь.</a:t>
            </a:r>
          </a:p>
        </p:txBody>
      </p:sp>
    </p:spTree>
    <p:extLst>
      <p:ext uri="{BB962C8B-B14F-4D97-AF65-F5344CB8AC3E}">
        <p14:creationId xmlns:p14="http://schemas.microsoft.com/office/powerpoint/2010/main" val="1313014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75E37-85AE-45DE-82E6-E98C3233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B0A955-8DE7-4EEB-9BF1-6701D7903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Next.js 16, React 19, TypeScript.
Tailwind CSS 4, Framer Motion.
Zustand </a:t>
            </a:r>
            <a:r>
              <a:rPr lang="ru-RU"/>
              <a:t>с </a:t>
            </a:r>
            <a:r>
              <a:rPr lang="en-US"/>
              <a:t>persist </a:t>
            </a:r>
            <a:r>
              <a:rPr lang="ru-RU"/>
              <a:t>для корзины в </a:t>
            </a:r>
            <a:r>
              <a:rPr lang="en-US"/>
              <a:t>localStorage.</a:t>
            </a:r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D37D8E-DF8E-4B44-89D7-45C092C75A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97000"/>
            <a:ext cx="660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3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737B1-8990-4DFC-808F-01B6A12D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Реализация «ЛапаДом»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CC93BD-30FC-4E8E-B62C-B8D780828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Главная с hero и секциями услуг.
Страница номеров и боковая корзина.
Форма бронирования с расчётом ночей и суммы.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D6BBF8-101D-4E76-A4C1-CFDCBC00C25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97000"/>
            <a:ext cx="660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73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CBA14-0AA5-4830-B7B7-39ACA4F96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Тестирование и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A5527-B628-4061-A867-8E0CB468E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Эвристики Нильсена, адаптивность, кроссбраузерность.
Итог: работающий прототип UI.
Развитие: API, оплата, личный кабинет с данными.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AAEE03-DFBF-456F-8784-1E77EA4417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97000"/>
            <a:ext cx="660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7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97EAA-0537-4C82-99F4-6D13F4557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6E442-B275-4BD1-B029-5C6E3D3A9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Вопросы?
Материалы: курсовая, приложение, репозиторий lapadom.</a:t>
            </a:r>
          </a:p>
        </p:txBody>
      </p:sp>
    </p:spTree>
    <p:extLst>
      <p:ext uri="{BB962C8B-B14F-4D97-AF65-F5344CB8AC3E}">
        <p14:creationId xmlns:p14="http://schemas.microsoft.com/office/powerpoint/2010/main" val="6160558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Широкоэкранный</PresentationFormat>
  <Paragraphs>18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Курсовая работа</vt:lpstr>
      <vt:lpstr>Актуальность, цель и задачи</vt:lpstr>
      <vt:lpstr>Теоретическая база</vt:lpstr>
      <vt:lpstr>Анализ предметной области</vt:lpstr>
      <vt:lpstr>Требования к интерфейсу</vt:lpstr>
      <vt:lpstr>Технологический стек</vt:lpstr>
      <vt:lpstr>Реализация «ЛапаДом»</vt:lpstr>
      <vt:lpstr>Тестирование и выводы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Dzhapov Danzan</dc:creator>
  <cp:lastModifiedBy>Dzhapov Danzan</cp:lastModifiedBy>
  <cp:revision>1</cp:revision>
  <dcterms:created xsi:type="dcterms:W3CDTF">2026-05-05T04:52:05Z</dcterms:created>
  <dcterms:modified xsi:type="dcterms:W3CDTF">2026-05-05T04:52:05Z</dcterms:modified>
</cp:coreProperties>
</file>