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0A1D4-D45A-4F9B-889C-5C08D63AE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71575C-F679-40B0-A241-0812E09A2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E8A5B9-A968-4647-B59F-D2437336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486768-7F39-4E5B-BB30-B15738F7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251A10-1A5F-41E5-B618-4E03F542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743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3D120-B0ED-4DE6-96D3-EC4C0D39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0559E8-A4C3-4745-9415-E2C8B7082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E8DCEA-AF25-4779-8D7A-2173477E6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33495E-64D6-4DE9-8D38-D852DDF2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0FCC1D-0459-481D-BD96-D5C95262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31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24C8E-8581-4A8A-A78D-2DBF98FCF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FE6432-836F-4C8C-AB5A-D8BD5E564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F11150-0FD8-4D5D-995A-BC6211A7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5E33FF-EAE2-4AC3-93D2-EE150087C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6F7AE0-8B02-4E5E-B1A0-32D8AD01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93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129F6-3B32-4543-8248-DAFB78AF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D79E9E-BCB3-4D3D-90A8-F086D826E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B8B041-564C-4F95-A536-4D70336EC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AD1D78-ED2B-44DD-AEE4-B85327C1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316EC6-225A-4720-B8D0-AB4C22486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F52775-C648-499F-94BC-B8D68FE5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11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9C897-5883-457B-A2D2-D706DA321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3DCB-5825-48DD-8C77-C0BBF4813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E286AE-41D9-4901-A22D-B1338F0C8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71A460-0A1E-4BDE-94D6-4DF3F413C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7B4A6C9-9658-41E0-B2F9-D630E4B6A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5F8A98-4578-4144-9E53-A862FEFF9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7232B3-9DA1-4845-BF4D-A94EE51F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35C645A-0253-420E-A9D8-1C575206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34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BC39B-20F7-4E4B-AC8D-EA37216F0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8A71A5C-A507-4169-B974-221442AB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2D586E-4DAF-4EB2-A4DF-4634E578D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E61725-B51F-4C0A-96E9-25B63CDB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94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09A1BA-4946-4BEB-851E-7547A8A6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2880AF-6F1A-4C97-A4E7-F9325F16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25F925-A5D1-4401-9F5B-CE420E377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58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5EF2D-D987-495D-B8CE-960B9327D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F87F3-0E51-4666-B9A4-2E00EAB9C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BFCD46-0CA2-4E2E-BD28-CCBBE7402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927847-7AAD-419B-AA06-B314CA3D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2D9353-08F9-4019-8C7F-BDEC7E96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1046FC-366B-4328-B654-CAA57459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51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C72AD-3085-48A3-BF04-48C591E4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61C6CFF-2921-476C-BD7C-17C5B33CF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332B43-F26F-4444-9C76-71CFA88B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625327-07D5-4A18-848E-B46585908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3796DC-C5FE-4DDB-852B-C2138D45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D72D6C-47E2-41C9-9E94-3F4B81446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5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96DB5D-D64E-418E-8C53-AAFF663D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FD457D-984C-4217-AA72-B162D7F41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9ABB4C-0271-4764-923C-1FEFA732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09C7CC-4D8B-4FE4-82D2-DA5BD5D5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0AD515-2A43-41B0-A649-23F4560E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31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9A9C77-F02C-4EC7-8756-1DC28C7A0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8CF881-3D94-43C3-9BEC-F6034AD87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5CCF68-E50B-4FE6-B334-2B67C243D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8C0875-5EC5-4633-A6FC-42261E4E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823673-84DF-41C0-B575-611471CF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1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DC5A1-063B-4852-97A3-79FD1948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2CEB68-85DB-4A5E-885E-0A5371D43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B7E404-7D0F-4EF2-8E81-C8B97867C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8DD41-B1DD-4F52-998C-6B898B88508B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47BB7-3AEE-4FEC-B683-091CE3260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776A37-F050-4210-92F4-E4EA7EA8A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AF06B-CAC0-4F6C-9679-08DC98A44D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35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775A1-B53B-42F9-B18B-09F3E399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Курсовая работа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22F658-9922-4764-ACE7-B9EA3934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Тема: создание интерфейса веб-приложения для отеля домашних питомцев (проект «ЛапаДом»).
Выполнил: Джапов Лиджи Александрович.
Калмыцкий филиал РГУ СоцТех, 2026.</a:t>
            </a:r>
          </a:p>
        </p:txBody>
      </p:sp>
    </p:spTree>
    <p:extLst>
      <p:ext uri="{BB962C8B-B14F-4D97-AF65-F5344CB8AC3E}">
        <p14:creationId xmlns:p14="http://schemas.microsoft.com/office/powerpoint/2010/main" val="1389040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2AB645-2342-4DE7-9371-45C516FD7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Актуальность, 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F23C01-5D8E-44E5-BA74-0026C92A8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Рост рынка зоогостиниц и потребность в удобном онлайн-бронировании.
Цель: спроектировать и реализовать адаптивный UI веб-приложения.
Задачи: анализ предметной области и конкурентов; требования к интерфейсу и ролям; информационная архитектура и экраны; реализация на React/Next.js; оценка юзабилити.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7E317E-86ED-456A-891F-13C4653F73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53" y="1825625"/>
            <a:ext cx="7112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77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39F2E-8D30-4356-A797-D57232D1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Теоретическая база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01756F-5DC4-4292-8395-D8D9D5EF4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UI и UX: понятия, состав интерфейса, классификация.
Принципы юзабилити и доступности.
Паттерны взаимодействия при бронировании услуг.</a:t>
            </a:r>
          </a:p>
        </p:txBody>
      </p:sp>
    </p:spTree>
    <p:extLst>
      <p:ext uri="{BB962C8B-B14F-4D97-AF65-F5344CB8AC3E}">
        <p14:creationId xmlns:p14="http://schemas.microsoft.com/office/powerpoint/2010/main" val="65959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410A0-05D9-4DC1-8585-870D4069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2F7B1E-7CE9-4D9C-9F54-99E8E6048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Процесс зоогостиницы: приём — содержание — выдача.
Точки контакта и поток данных.
Сравнительный обзор веб-решений.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1751578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A65C6C-9432-4BC9-971E-0B5D5323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Требования к интерфейсу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3DA024-00E7-4341-A59A-190C6178C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Роли пользователя и администратора.
Сценарии: каталог номеров, корзина, заявка.
Адаптивность, навигация, обратная связь.</a:t>
            </a:r>
          </a:p>
        </p:txBody>
      </p:sp>
    </p:spTree>
    <p:extLst>
      <p:ext uri="{BB962C8B-B14F-4D97-AF65-F5344CB8AC3E}">
        <p14:creationId xmlns:p14="http://schemas.microsoft.com/office/powerpoint/2010/main" val="264180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4435A-707B-43A3-AFC5-16B7DEE0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CFA04F-FFDB-4711-870F-261BC73F8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Next.js 16, React 19, TypeScript.
Tailwind CSS 4, Framer Motion.
Zustand </a:t>
            </a:r>
            <a:r>
              <a:rPr lang="ru-RU"/>
              <a:t>с </a:t>
            </a:r>
            <a:r>
              <a:rPr lang="en-US"/>
              <a:t>persist </a:t>
            </a:r>
            <a:r>
              <a:rPr lang="ru-RU"/>
              <a:t>для корзины в </a:t>
            </a:r>
            <a:r>
              <a:rPr lang="en-US"/>
              <a:t>localStorage.</a:t>
            </a: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6DD5D5-CDA9-4CEB-B430-F2757684B7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1333500"/>
            <a:ext cx="7112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91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447F6-257A-49BB-8D96-04DE65C0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Реализация «ЛапаДом»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0AC1B5-A47C-4ECA-8E9D-9C4E57C9B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Главная с hero и секциями услуг.
Страница номеров и боковая корзина.
Форма бронирования с расчётом ночей и суммы.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EB9791-FBCF-4476-A739-C122EB7B14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671" y="1690688"/>
            <a:ext cx="7112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81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A51A4-36B4-4CAB-9F3C-12C924F0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Тестирование и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420A4E-D7DA-4127-B769-0BA7394CF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Эвристики Нильсена, адаптивность, кроссбраузерность.
Итог: работающий прототип UI.
Развитие: API, оплата, личный кабинет с данными.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238B27-0C46-4767-ACBA-827BD85F476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164" y="1889313"/>
            <a:ext cx="7112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40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416D8-5D35-4923-9BE4-BC82AFBF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016F2A-7CCB-4A85-A1C8-D20FA8406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Вопросы?
Материалы: курсовая, приложение, репозиторий lapadom.</a:t>
            </a:r>
          </a:p>
        </p:txBody>
      </p:sp>
    </p:spTree>
    <p:extLst>
      <p:ext uri="{BB962C8B-B14F-4D97-AF65-F5344CB8AC3E}">
        <p14:creationId xmlns:p14="http://schemas.microsoft.com/office/powerpoint/2010/main" val="42682551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Широкоэкранный</PresentationFormat>
  <Paragraphs>18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Курсовая работа</vt:lpstr>
      <vt:lpstr>Актуальность, цель и задачи</vt:lpstr>
      <vt:lpstr>Теоретическая база</vt:lpstr>
      <vt:lpstr>Анализ предметной области</vt:lpstr>
      <vt:lpstr>Требования к интерфейсу</vt:lpstr>
      <vt:lpstr>Технологический стек</vt:lpstr>
      <vt:lpstr>Реализация «ЛапаДом»</vt:lpstr>
      <vt:lpstr>Тестирование и выводы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Dzhapov Danzan</dc:creator>
  <cp:lastModifiedBy>Dzhapov Danzan</cp:lastModifiedBy>
  <cp:revision>2</cp:revision>
  <dcterms:created xsi:type="dcterms:W3CDTF">2026-05-05T04:54:19Z</dcterms:created>
  <dcterms:modified xsi:type="dcterms:W3CDTF">2026-05-05T04:55:41Z</dcterms:modified>
</cp:coreProperties>
</file>